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341" r:id="rId5"/>
    <p:sldId id="299" r:id="rId6"/>
    <p:sldId id="317" r:id="rId7"/>
    <p:sldId id="276" r:id="rId8"/>
    <p:sldId id="311" r:id="rId9"/>
    <p:sldId id="294" r:id="rId10"/>
    <p:sldId id="2342" r:id="rId11"/>
    <p:sldId id="234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46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A4522DA-A6AF-21AA-939D-F5B7325040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238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4AE7F0-09CD-444D-9A79-0A76B7D191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5902" y="1362260"/>
            <a:ext cx="3396050" cy="2782663"/>
          </a:xfrm>
          <a:custGeom>
            <a:avLst/>
            <a:gdLst>
              <a:gd name="connsiteX0" fmla="*/ 0 w 3396050"/>
              <a:gd name="connsiteY0" fmla="*/ 0 h 2782663"/>
              <a:gd name="connsiteX1" fmla="*/ 3396050 w 3396050"/>
              <a:gd name="connsiteY1" fmla="*/ 0 h 2782663"/>
              <a:gd name="connsiteX2" fmla="*/ 3396050 w 3396050"/>
              <a:gd name="connsiteY2" fmla="*/ 2782663 h 2782663"/>
              <a:gd name="connsiteX3" fmla="*/ 0 w 3396050"/>
              <a:gd name="connsiteY3" fmla="*/ 2782663 h 278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6050" h="2782663">
                <a:moveTo>
                  <a:pt x="0" y="0"/>
                </a:moveTo>
                <a:lnTo>
                  <a:pt x="3396050" y="0"/>
                </a:lnTo>
                <a:lnTo>
                  <a:pt x="3396050" y="2782663"/>
                </a:lnTo>
                <a:lnTo>
                  <a:pt x="0" y="27826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C9CB2A8-477E-4F1F-88AF-2C7086BD03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0050" y="1362260"/>
            <a:ext cx="3396050" cy="2782663"/>
          </a:xfrm>
          <a:custGeom>
            <a:avLst/>
            <a:gdLst>
              <a:gd name="connsiteX0" fmla="*/ 0 w 3396050"/>
              <a:gd name="connsiteY0" fmla="*/ 0 h 2782663"/>
              <a:gd name="connsiteX1" fmla="*/ 3396050 w 3396050"/>
              <a:gd name="connsiteY1" fmla="*/ 0 h 2782663"/>
              <a:gd name="connsiteX2" fmla="*/ 3396050 w 3396050"/>
              <a:gd name="connsiteY2" fmla="*/ 2782663 h 2782663"/>
              <a:gd name="connsiteX3" fmla="*/ 0 w 3396050"/>
              <a:gd name="connsiteY3" fmla="*/ 2782663 h 278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6050" h="2782663">
                <a:moveTo>
                  <a:pt x="0" y="0"/>
                </a:moveTo>
                <a:lnTo>
                  <a:pt x="3396050" y="0"/>
                </a:lnTo>
                <a:lnTo>
                  <a:pt x="3396050" y="2782663"/>
                </a:lnTo>
                <a:lnTo>
                  <a:pt x="0" y="27826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08FF849-DDDF-4E25-A5AD-68BE1C843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94293" y="975246"/>
            <a:ext cx="4203414" cy="3556688"/>
          </a:xfrm>
          <a:custGeom>
            <a:avLst/>
            <a:gdLst>
              <a:gd name="connsiteX0" fmla="*/ 0 w 4203414"/>
              <a:gd name="connsiteY0" fmla="*/ 0 h 3556688"/>
              <a:gd name="connsiteX1" fmla="*/ 4203414 w 4203414"/>
              <a:gd name="connsiteY1" fmla="*/ 0 h 3556688"/>
              <a:gd name="connsiteX2" fmla="*/ 4203414 w 4203414"/>
              <a:gd name="connsiteY2" fmla="*/ 3556688 h 3556688"/>
              <a:gd name="connsiteX3" fmla="*/ 0 w 4203414"/>
              <a:gd name="connsiteY3" fmla="*/ 3556688 h 355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414" h="3556688">
                <a:moveTo>
                  <a:pt x="0" y="0"/>
                </a:moveTo>
                <a:lnTo>
                  <a:pt x="4203414" y="0"/>
                </a:lnTo>
                <a:lnTo>
                  <a:pt x="4203414" y="3556688"/>
                </a:lnTo>
                <a:lnTo>
                  <a:pt x="0" y="3556688"/>
                </a:lnTo>
                <a:close/>
              </a:path>
            </a:pathLst>
          </a:custGeom>
          <a:effectLst>
            <a:outerShdw blurRad="406400" dist="190500" dir="5400000" sx="95000" sy="95000" algn="t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1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9E8FFE-65E6-4CE9-A16F-8C2FCFB38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6790" y="2159810"/>
            <a:ext cx="7085211" cy="3387658"/>
          </a:xfrm>
          <a:custGeom>
            <a:avLst/>
            <a:gdLst>
              <a:gd name="connsiteX0" fmla="*/ 355365 w 7085211"/>
              <a:gd name="connsiteY0" fmla="*/ 0 h 3387658"/>
              <a:gd name="connsiteX1" fmla="*/ 7085211 w 7085211"/>
              <a:gd name="connsiteY1" fmla="*/ 0 h 3387658"/>
              <a:gd name="connsiteX2" fmla="*/ 7085211 w 7085211"/>
              <a:gd name="connsiteY2" fmla="*/ 3387658 h 3387658"/>
              <a:gd name="connsiteX3" fmla="*/ 0 w 7085211"/>
              <a:gd name="connsiteY3" fmla="*/ 3387658 h 3387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5211" h="3387658">
                <a:moveTo>
                  <a:pt x="355365" y="0"/>
                </a:moveTo>
                <a:lnTo>
                  <a:pt x="7085211" y="0"/>
                </a:lnTo>
                <a:lnTo>
                  <a:pt x="7085211" y="3387658"/>
                </a:lnTo>
                <a:lnTo>
                  <a:pt x="0" y="33876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444500" dist="3175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9162045-DBB4-4F45-AB9C-525064B77862}"/>
              </a:ext>
            </a:extLst>
          </p:cNvPr>
          <p:cNvSpPr/>
          <p:nvPr userDrawn="1"/>
        </p:nvSpPr>
        <p:spPr>
          <a:xfrm>
            <a:off x="0" y="2632505"/>
            <a:ext cx="6395517" cy="3411884"/>
          </a:xfrm>
          <a:custGeom>
            <a:avLst/>
            <a:gdLst>
              <a:gd name="connsiteX0" fmla="*/ 0 w 6395517"/>
              <a:gd name="connsiteY0" fmla="*/ 0 h 3411884"/>
              <a:gd name="connsiteX1" fmla="*/ 6395517 w 6395517"/>
              <a:gd name="connsiteY1" fmla="*/ 0 h 3411884"/>
              <a:gd name="connsiteX2" fmla="*/ 6037610 w 6395517"/>
              <a:gd name="connsiteY2" fmla="*/ 3411884 h 3411884"/>
              <a:gd name="connsiteX3" fmla="*/ 0 w 6395517"/>
              <a:gd name="connsiteY3" fmla="*/ 3411884 h 341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5517" h="3411884">
                <a:moveTo>
                  <a:pt x="0" y="0"/>
                </a:moveTo>
                <a:lnTo>
                  <a:pt x="6395517" y="0"/>
                </a:lnTo>
                <a:lnTo>
                  <a:pt x="6037610" y="3411884"/>
                </a:lnTo>
                <a:lnTo>
                  <a:pt x="0" y="341188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5FD19A5-4B67-43B7-8F58-9EB0524B91B4}"/>
              </a:ext>
            </a:extLst>
          </p:cNvPr>
          <p:cNvSpPr/>
          <p:nvPr userDrawn="1"/>
        </p:nvSpPr>
        <p:spPr>
          <a:xfrm>
            <a:off x="5106790" y="2159809"/>
            <a:ext cx="1339527" cy="3884579"/>
          </a:xfrm>
          <a:custGeom>
            <a:avLst/>
            <a:gdLst>
              <a:gd name="connsiteX0" fmla="*/ 930821 w 1339527"/>
              <a:gd name="connsiteY0" fmla="*/ 3884568 h 3884579"/>
              <a:gd name="connsiteX1" fmla="*/ 930820 w 1339527"/>
              <a:gd name="connsiteY1" fmla="*/ 3884579 h 3884579"/>
              <a:gd name="connsiteX2" fmla="*/ 926374 w 1339527"/>
              <a:gd name="connsiteY2" fmla="*/ 3884579 h 3884579"/>
              <a:gd name="connsiteX3" fmla="*/ 384629 w 1339527"/>
              <a:gd name="connsiteY3" fmla="*/ 0 h 3884579"/>
              <a:gd name="connsiteX4" fmla="*/ 1339527 w 1339527"/>
              <a:gd name="connsiteY4" fmla="*/ 0 h 3884579"/>
              <a:gd name="connsiteX5" fmla="*/ 1034082 w 1339527"/>
              <a:gd name="connsiteY5" fmla="*/ 2911779 h 3884579"/>
              <a:gd name="connsiteX6" fmla="*/ 1037629 w 1339527"/>
              <a:gd name="connsiteY6" fmla="*/ 2911770 h 3884579"/>
              <a:gd name="connsiteX7" fmla="*/ 985063 w 1339527"/>
              <a:gd name="connsiteY7" fmla="*/ 3407119 h 3884579"/>
              <a:gd name="connsiteX8" fmla="*/ 984459 w 1339527"/>
              <a:gd name="connsiteY8" fmla="*/ 3406800 h 3884579"/>
              <a:gd name="connsiteX9" fmla="*/ 934263 w 1339527"/>
              <a:gd name="connsiteY9" fmla="*/ 3879814 h 3884579"/>
              <a:gd name="connsiteX10" fmla="*/ 0 w 1339527"/>
              <a:gd name="connsiteY10" fmla="*/ 3386896 h 3884579"/>
              <a:gd name="connsiteX11" fmla="*/ 28137 w 1339527"/>
              <a:gd name="connsiteY11" fmla="*/ 3386827 h 3884579"/>
              <a:gd name="connsiteX12" fmla="*/ 76304 w 1339527"/>
              <a:gd name="connsiteY12" fmla="*/ 2927657 h 3884579"/>
              <a:gd name="connsiteX13" fmla="*/ 50800 w 1339527"/>
              <a:gd name="connsiteY13" fmla="*/ 2914201 h 3884579"/>
              <a:gd name="connsiteX14" fmla="*/ 77723 w 1339527"/>
              <a:gd name="connsiteY14" fmla="*/ 2914135 h 3884579"/>
              <a:gd name="connsiteX15" fmla="*/ 333829 w 1339527"/>
              <a:gd name="connsiteY15" fmla="*/ 472695 h 3884579"/>
              <a:gd name="connsiteX16" fmla="*/ 335044 w 1339527"/>
              <a:gd name="connsiteY16" fmla="*/ 472695 h 388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39527" h="3884579">
                <a:moveTo>
                  <a:pt x="930821" y="3884568"/>
                </a:moveTo>
                <a:lnTo>
                  <a:pt x="930820" y="3884579"/>
                </a:lnTo>
                <a:lnTo>
                  <a:pt x="926374" y="3884579"/>
                </a:lnTo>
                <a:close/>
                <a:moveTo>
                  <a:pt x="384629" y="0"/>
                </a:moveTo>
                <a:lnTo>
                  <a:pt x="1339527" y="0"/>
                </a:lnTo>
                <a:lnTo>
                  <a:pt x="1034082" y="2911779"/>
                </a:lnTo>
                <a:lnTo>
                  <a:pt x="1037629" y="2911770"/>
                </a:lnTo>
                <a:lnTo>
                  <a:pt x="985063" y="3407119"/>
                </a:lnTo>
                <a:lnTo>
                  <a:pt x="984459" y="3406800"/>
                </a:lnTo>
                <a:lnTo>
                  <a:pt x="934263" y="3879814"/>
                </a:lnTo>
                <a:lnTo>
                  <a:pt x="0" y="3386896"/>
                </a:lnTo>
                <a:lnTo>
                  <a:pt x="28137" y="3386827"/>
                </a:lnTo>
                <a:lnTo>
                  <a:pt x="76304" y="2927657"/>
                </a:lnTo>
                <a:lnTo>
                  <a:pt x="50800" y="2914201"/>
                </a:lnTo>
                <a:lnTo>
                  <a:pt x="77723" y="2914135"/>
                </a:lnTo>
                <a:lnTo>
                  <a:pt x="333829" y="472695"/>
                </a:lnTo>
                <a:lnTo>
                  <a:pt x="335044" y="47269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4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033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38A230-BDFB-42BB-B920-B2223E9B32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47700" y="3137244"/>
            <a:ext cx="2850866" cy="2755470"/>
          </a:xfrm>
          <a:custGeom>
            <a:avLst/>
            <a:gdLst>
              <a:gd name="connsiteX0" fmla="*/ 289049 w 2850866"/>
              <a:gd name="connsiteY0" fmla="*/ 0 h 2755470"/>
              <a:gd name="connsiteX1" fmla="*/ 2850866 w 2850866"/>
              <a:gd name="connsiteY1" fmla="*/ 0 h 2755470"/>
              <a:gd name="connsiteX2" fmla="*/ 2561817 w 2850866"/>
              <a:gd name="connsiteY2" fmla="*/ 2755470 h 2755470"/>
              <a:gd name="connsiteX3" fmla="*/ 0 w 2850866"/>
              <a:gd name="connsiteY3" fmla="*/ 2755470 h 275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66" h="2755470">
                <a:moveTo>
                  <a:pt x="289049" y="0"/>
                </a:moveTo>
                <a:lnTo>
                  <a:pt x="2850866" y="0"/>
                </a:lnTo>
                <a:lnTo>
                  <a:pt x="2561817" y="2755470"/>
                </a:lnTo>
                <a:lnTo>
                  <a:pt x="0" y="275547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AF5FEA-6C7B-4D1F-85CC-ECBC804D6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11433" y="3137244"/>
            <a:ext cx="2850866" cy="2755470"/>
          </a:xfrm>
          <a:custGeom>
            <a:avLst/>
            <a:gdLst>
              <a:gd name="connsiteX0" fmla="*/ 289049 w 2850866"/>
              <a:gd name="connsiteY0" fmla="*/ 0 h 2755470"/>
              <a:gd name="connsiteX1" fmla="*/ 2850866 w 2850866"/>
              <a:gd name="connsiteY1" fmla="*/ 0 h 2755470"/>
              <a:gd name="connsiteX2" fmla="*/ 2561817 w 2850866"/>
              <a:gd name="connsiteY2" fmla="*/ 2755470 h 2755470"/>
              <a:gd name="connsiteX3" fmla="*/ 0 w 2850866"/>
              <a:gd name="connsiteY3" fmla="*/ 2755470 h 275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66" h="2755470">
                <a:moveTo>
                  <a:pt x="289049" y="0"/>
                </a:moveTo>
                <a:lnTo>
                  <a:pt x="2850866" y="0"/>
                </a:lnTo>
                <a:lnTo>
                  <a:pt x="2561817" y="2755470"/>
                </a:lnTo>
                <a:lnTo>
                  <a:pt x="0" y="275547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90FF2B4-5D5B-45B8-9658-34B01F589A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70566" y="3137244"/>
            <a:ext cx="2850866" cy="2755470"/>
          </a:xfrm>
          <a:custGeom>
            <a:avLst/>
            <a:gdLst>
              <a:gd name="connsiteX0" fmla="*/ 289049 w 2850866"/>
              <a:gd name="connsiteY0" fmla="*/ 0 h 2755470"/>
              <a:gd name="connsiteX1" fmla="*/ 2850866 w 2850866"/>
              <a:gd name="connsiteY1" fmla="*/ 0 h 2755470"/>
              <a:gd name="connsiteX2" fmla="*/ 2561817 w 2850866"/>
              <a:gd name="connsiteY2" fmla="*/ 2755470 h 2755470"/>
              <a:gd name="connsiteX3" fmla="*/ 0 w 2850866"/>
              <a:gd name="connsiteY3" fmla="*/ 2755470 h 275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66" h="2755470">
                <a:moveTo>
                  <a:pt x="289049" y="0"/>
                </a:moveTo>
                <a:lnTo>
                  <a:pt x="2850866" y="0"/>
                </a:lnTo>
                <a:lnTo>
                  <a:pt x="2561817" y="2755470"/>
                </a:lnTo>
                <a:lnTo>
                  <a:pt x="0" y="275547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4F6179E-435B-41B0-ACA3-2F34187612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29700" y="3137244"/>
            <a:ext cx="2850866" cy="2755470"/>
          </a:xfrm>
          <a:custGeom>
            <a:avLst/>
            <a:gdLst>
              <a:gd name="connsiteX0" fmla="*/ 289049 w 2850866"/>
              <a:gd name="connsiteY0" fmla="*/ 0 h 2755470"/>
              <a:gd name="connsiteX1" fmla="*/ 2850866 w 2850866"/>
              <a:gd name="connsiteY1" fmla="*/ 0 h 2755470"/>
              <a:gd name="connsiteX2" fmla="*/ 2561817 w 2850866"/>
              <a:gd name="connsiteY2" fmla="*/ 2755470 h 2755470"/>
              <a:gd name="connsiteX3" fmla="*/ 0 w 2850866"/>
              <a:gd name="connsiteY3" fmla="*/ 2755470 h 275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66" h="2755470">
                <a:moveTo>
                  <a:pt x="289049" y="0"/>
                </a:moveTo>
                <a:lnTo>
                  <a:pt x="2850866" y="0"/>
                </a:lnTo>
                <a:lnTo>
                  <a:pt x="2561817" y="2755470"/>
                </a:lnTo>
                <a:lnTo>
                  <a:pt x="0" y="275547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7BB4A0D-04DC-4AD2-B921-C9D4A35A9D2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88834" y="3137244"/>
            <a:ext cx="2850866" cy="2755470"/>
          </a:xfrm>
          <a:custGeom>
            <a:avLst/>
            <a:gdLst>
              <a:gd name="connsiteX0" fmla="*/ 289049 w 2850866"/>
              <a:gd name="connsiteY0" fmla="*/ 0 h 2755470"/>
              <a:gd name="connsiteX1" fmla="*/ 2850866 w 2850866"/>
              <a:gd name="connsiteY1" fmla="*/ 0 h 2755470"/>
              <a:gd name="connsiteX2" fmla="*/ 2561817 w 2850866"/>
              <a:gd name="connsiteY2" fmla="*/ 2755470 h 2755470"/>
              <a:gd name="connsiteX3" fmla="*/ 0 w 2850866"/>
              <a:gd name="connsiteY3" fmla="*/ 2755470 h 275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0866" h="2755470">
                <a:moveTo>
                  <a:pt x="289049" y="0"/>
                </a:moveTo>
                <a:lnTo>
                  <a:pt x="2850866" y="0"/>
                </a:lnTo>
                <a:lnTo>
                  <a:pt x="2561817" y="2755470"/>
                </a:lnTo>
                <a:lnTo>
                  <a:pt x="0" y="275547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6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Custom Layout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239DA5D-FE5B-4797-8483-D0C0F0B82FFE}"/>
              </a:ext>
            </a:extLst>
          </p:cNvPr>
          <p:cNvSpPr/>
          <p:nvPr userDrawn="1"/>
        </p:nvSpPr>
        <p:spPr>
          <a:xfrm rot="16200000">
            <a:off x="4150750" y="-1183250"/>
            <a:ext cx="3890500" cy="12192000"/>
          </a:xfrm>
          <a:custGeom>
            <a:avLst/>
            <a:gdLst>
              <a:gd name="connsiteX0" fmla="*/ 3890500 w 3890500"/>
              <a:gd name="connsiteY0" fmla="*/ 0 h 12192000"/>
              <a:gd name="connsiteX1" fmla="*/ 2611560 w 3890500"/>
              <a:gd name="connsiteY1" fmla="*/ 12192000 h 12192000"/>
              <a:gd name="connsiteX2" fmla="*/ 0 w 3890500"/>
              <a:gd name="connsiteY2" fmla="*/ 12192000 h 12192000"/>
              <a:gd name="connsiteX3" fmla="*/ 1 w 38905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0500" h="12192000">
                <a:moveTo>
                  <a:pt x="3890500" y="0"/>
                </a:moveTo>
                <a:lnTo>
                  <a:pt x="2611560" y="12192000"/>
                </a:lnTo>
                <a:lnTo>
                  <a:pt x="0" y="12192000"/>
                </a:lnTo>
                <a:lnTo>
                  <a:pt x="1" y="0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8E58D363-2F51-4F59-81D7-7FCA9CF11574}"/>
              </a:ext>
            </a:extLst>
          </p:cNvPr>
          <p:cNvSpPr/>
          <p:nvPr userDrawn="1"/>
        </p:nvSpPr>
        <p:spPr>
          <a:xfrm rot="5400000" flipH="1">
            <a:off x="3527000" y="338339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58CEB453-7A2A-4741-9660-EC0743F75953}"/>
              </a:ext>
            </a:extLst>
          </p:cNvPr>
          <p:cNvSpPr/>
          <p:nvPr userDrawn="1"/>
        </p:nvSpPr>
        <p:spPr>
          <a:xfrm rot="5400000" flipH="1">
            <a:off x="819368" y="2309995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32CF1D6C-2E68-48F0-A508-304E5B9774C7}"/>
              </a:ext>
            </a:extLst>
          </p:cNvPr>
          <p:cNvSpPr/>
          <p:nvPr userDrawn="1"/>
        </p:nvSpPr>
        <p:spPr>
          <a:xfrm rot="5400000" flipH="1">
            <a:off x="10783136" y="1888997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BC26DC2-09D0-4E7F-9B10-669B99B93B6D}"/>
              </a:ext>
            </a:extLst>
          </p:cNvPr>
          <p:cNvSpPr/>
          <p:nvPr userDrawn="1"/>
        </p:nvSpPr>
        <p:spPr>
          <a:xfrm rot="5400000" flipH="1">
            <a:off x="8374934" y="4880951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7E5406-19FD-8459-742C-1DA9AF681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0" r="24264" b="18616"/>
          <a:stretch/>
        </p:blipFill>
        <p:spPr>
          <a:xfrm>
            <a:off x="5922012" y="1114919"/>
            <a:ext cx="6269988" cy="5003167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A4800A9-4BBD-82A8-DDF5-EBB707DF7D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67551" y="1523997"/>
            <a:ext cx="5124449" cy="3743327"/>
          </a:xfrm>
          <a:custGeom>
            <a:avLst/>
            <a:gdLst>
              <a:gd name="connsiteX0" fmla="*/ 0 w 5124449"/>
              <a:gd name="connsiteY0" fmla="*/ 0 h 3743327"/>
              <a:gd name="connsiteX1" fmla="*/ 5124449 w 5124449"/>
              <a:gd name="connsiteY1" fmla="*/ 0 h 3743327"/>
              <a:gd name="connsiteX2" fmla="*/ 5124449 w 5124449"/>
              <a:gd name="connsiteY2" fmla="*/ 3743327 h 3743327"/>
              <a:gd name="connsiteX3" fmla="*/ 0 w 5124449"/>
              <a:gd name="connsiteY3" fmla="*/ 3743327 h 37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4449" h="3743327">
                <a:moveTo>
                  <a:pt x="0" y="0"/>
                </a:moveTo>
                <a:lnTo>
                  <a:pt x="5124449" y="0"/>
                </a:lnTo>
                <a:lnTo>
                  <a:pt x="5124449" y="3743327"/>
                </a:lnTo>
                <a:lnTo>
                  <a:pt x="0" y="3743327"/>
                </a:lnTo>
                <a:close/>
              </a:path>
            </a:pathLst>
          </a:cu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302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11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62" r:id="rId3"/>
    <p:sldLayoutId id="2147483663" r:id="rId4"/>
    <p:sldLayoutId id="2147483666" r:id="rId5"/>
    <p:sldLayoutId id="214748366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heesoo37/120-years-of-olympic-history-athletes-and-results/data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F23FF5-37B8-D2C0-894E-0B3FC84B06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  <a:alpha val="86083"/>
                </a:schemeClr>
              </a:gs>
              <a:gs pos="29000">
                <a:schemeClr val="tx1">
                  <a:lumMod val="65000"/>
                  <a:lumOff val="35000"/>
                  <a:alpha val="90000"/>
                </a:schemeClr>
              </a:gs>
              <a:gs pos="8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66E2498A-532E-4673-39F3-D426BCC138F5}"/>
              </a:ext>
            </a:extLst>
          </p:cNvPr>
          <p:cNvSpPr/>
          <p:nvPr/>
        </p:nvSpPr>
        <p:spPr>
          <a:xfrm>
            <a:off x="-2990850" y="6351136"/>
            <a:ext cx="7696200" cy="506863"/>
          </a:xfrm>
          <a:prstGeom prst="parallelogram">
            <a:avLst>
              <a:gd name="adj" fmla="val 33502"/>
            </a:avLst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BC5717AC-7FB7-20D8-35E7-DBF4C2D6B1AA}"/>
              </a:ext>
            </a:extLst>
          </p:cNvPr>
          <p:cNvSpPr/>
          <p:nvPr/>
        </p:nvSpPr>
        <p:spPr>
          <a:xfrm>
            <a:off x="7428380" y="0"/>
            <a:ext cx="7335369" cy="508102"/>
          </a:xfrm>
          <a:prstGeom prst="parallelogram">
            <a:avLst>
              <a:gd name="adj" fmla="val 33502"/>
            </a:avLst>
          </a:prstGeom>
          <a:solidFill>
            <a:schemeClr val="accent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F20783D-435A-BC68-2957-47741C2DCECD}"/>
              </a:ext>
            </a:extLst>
          </p:cNvPr>
          <p:cNvSpPr/>
          <p:nvPr/>
        </p:nvSpPr>
        <p:spPr>
          <a:xfrm rot="5400000" flipH="1">
            <a:off x="3527000" y="338339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680BD6A-75B0-EE2F-84EB-DB622F50AEAA}"/>
              </a:ext>
            </a:extLst>
          </p:cNvPr>
          <p:cNvSpPr/>
          <p:nvPr/>
        </p:nvSpPr>
        <p:spPr>
          <a:xfrm rot="5400000" flipH="1">
            <a:off x="819368" y="2309995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62C772-22CD-CE78-4645-61B73A5ED2EB}"/>
              </a:ext>
            </a:extLst>
          </p:cNvPr>
          <p:cNvGrpSpPr/>
          <p:nvPr/>
        </p:nvGrpSpPr>
        <p:grpSpPr>
          <a:xfrm>
            <a:off x="1963446" y="1578592"/>
            <a:ext cx="8265108" cy="3177738"/>
            <a:chOff x="2264710" y="1397313"/>
            <a:chExt cx="7584139" cy="31777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5CC961-9FA7-BDC2-88D9-0FA9290CEA1B}"/>
                </a:ext>
              </a:extLst>
            </p:cNvPr>
            <p:cNvSpPr txBox="1"/>
            <p:nvPr/>
          </p:nvSpPr>
          <p:spPr>
            <a:xfrm>
              <a:off x="4929471" y="3856393"/>
              <a:ext cx="4919378" cy="718658"/>
            </a:xfrm>
            <a:prstGeom prst="rect">
              <a:avLst/>
            </a:prstGeom>
            <a:noFill/>
            <a:effectLst/>
          </p:spPr>
          <p:txBody>
            <a:bodyPr wrap="square" rtlCol="0" anchor="b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ID" sz="4400" b="1" spc="300" dirty="0" err="1">
                  <a:solidFill>
                    <a:schemeClr val="bg1"/>
                  </a:solidFill>
                  <a:latin typeface="Bebas Neue" panose="020B0606020202050201" pitchFamily="34" charset="0"/>
                </a:rPr>
                <a:t>Atletas</a:t>
              </a:r>
              <a:r>
                <a:rPr lang="en-ID" sz="4400" b="1" spc="3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 e </a:t>
              </a:r>
              <a:r>
                <a:rPr lang="en-ID" sz="4400" b="1" spc="300" dirty="0" err="1">
                  <a:solidFill>
                    <a:schemeClr val="bg1"/>
                  </a:solidFill>
                  <a:latin typeface="Bebas Neue" panose="020B0606020202050201" pitchFamily="34" charset="0"/>
                </a:rPr>
                <a:t>resultados</a:t>
              </a:r>
              <a:endParaRPr lang="en-GB" sz="7200" b="1" i="1" kern="600" spc="300" dirty="0">
                <a:solidFill>
                  <a:schemeClr val="bg1"/>
                </a:solidFill>
                <a:latin typeface="Bebas Neue" panose="020B0606020202050201" pitchFamily="34" charset="0"/>
                <a:cs typeface="Secular One" panose="00000500000000000000" pitchFamily="2" charset="-79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F67880-35B7-F1A5-FD2A-39465016C8E8}"/>
                </a:ext>
              </a:extLst>
            </p:cNvPr>
            <p:cNvSpPr txBox="1"/>
            <p:nvPr/>
          </p:nvSpPr>
          <p:spPr>
            <a:xfrm>
              <a:off x="2469782" y="1397313"/>
              <a:ext cx="4919378" cy="369332"/>
            </a:xfrm>
            <a:prstGeom prst="rect">
              <a:avLst/>
            </a:prstGeom>
            <a:noFill/>
            <a:effectLst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ID" sz="2000" b="1" i="1" kern="600" dirty="0">
                  <a:solidFill>
                    <a:schemeClr val="bg1"/>
                  </a:solidFill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120 ANOS DE HISTÓRIA</a:t>
              </a:r>
              <a:endParaRPr lang="en-GB" sz="4000" b="1" i="1" kern="60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468C8B-5C87-1B18-7D98-95E7F39EEE4A}"/>
                </a:ext>
              </a:extLst>
            </p:cNvPr>
            <p:cNvSpPr txBox="1"/>
            <p:nvPr/>
          </p:nvSpPr>
          <p:spPr>
            <a:xfrm>
              <a:off x="2264710" y="1994149"/>
              <a:ext cx="6898339" cy="2227533"/>
            </a:xfrm>
            <a:prstGeom prst="rect">
              <a:avLst/>
            </a:prstGeom>
            <a:noFill/>
            <a:effectLst/>
          </p:spPr>
          <p:txBody>
            <a:bodyPr wrap="square" rtlCol="0" anchor="b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ID" sz="15000" b="1" spc="300" dirty="0">
                  <a:solidFill>
                    <a:schemeClr val="accent3"/>
                  </a:solidFill>
                  <a:latin typeface="Bebas Neue" panose="020B0606020202050201" pitchFamily="34" charset="0"/>
                </a:rPr>
                <a:t>OLIMPÍADAS</a:t>
              </a:r>
              <a:endParaRPr lang="en-GB" sz="15000" b="1" i="1" kern="600" spc="300" dirty="0">
                <a:solidFill>
                  <a:schemeClr val="accent3"/>
                </a:solidFill>
                <a:latin typeface="Bebas Neue" panose="020B0606020202050201" pitchFamily="34" charset="0"/>
                <a:cs typeface="Secular One" panose="00000500000000000000" pitchFamily="2" charset="-79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3BE3460-0A14-1662-DC2E-1DFBE71C8C55}"/>
                </a:ext>
              </a:extLst>
            </p:cNvPr>
            <p:cNvCxnSpPr>
              <a:cxnSpLocks/>
            </p:cNvCxnSpPr>
            <p:nvPr/>
          </p:nvCxnSpPr>
          <p:spPr>
            <a:xfrm>
              <a:off x="6575389" y="4575051"/>
              <a:ext cx="97155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E79D04C-3996-6073-AE06-55085DB27414}"/>
              </a:ext>
            </a:extLst>
          </p:cNvPr>
          <p:cNvSpPr txBox="1"/>
          <p:nvPr/>
        </p:nvSpPr>
        <p:spPr>
          <a:xfrm>
            <a:off x="127554" y="4596809"/>
            <a:ext cx="41187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2">
                    <a:lumMod val="90000"/>
                  </a:schemeClr>
                </a:solidFill>
              </a:rPr>
              <a:t>Projeto de Engenharia de Dados</a:t>
            </a:r>
          </a:p>
          <a:p>
            <a:endParaRPr lang="pt-PT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pt-PT" dirty="0">
                <a:solidFill>
                  <a:schemeClr val="bg2">
                    <a:lumMod val="90000"/>
                  </a:schemeClr>
                </a:solidFill>
              </a:rPr>
              <a:t>Realizado por:</a:t>
            </a:r>
          </a:p>
          <a:p>
            <a:r>
              <a:rPr lang="pt-PT" dirty="0">
                <a:solidFill>
                  <a:schemeClr val="bg2">
                    <a:lumMod val="90000"/>
                  </a:schemeClr>
                </a:solidFill>
              </a:rPr>
              <a:t>Ana Inácio</a:t>
            </a:r>
          </a:p>
          <a:p>
            <a:r>
              <a:rPr lang="pt-PT" dirty="0">
                <a:solidFill>
                  <a:schemeClr val="bg2">
                    <a:lumMod val="90000"/>
                  </a:schemeClr>
                </a:solidFill>
              </a:rPr>
              <a:t>António Monteiro</a:t>
            </a:r>
          </a:p>
          <a:p>
            <a:r>
              <a:rPr lang="pt-PT" dirty="0">
                <a:solidFill>
                  <a:schemeClr val="bg2">
                    <a:lumMod val="90000"/>
                  </a:schemeClr>
                </a:solidFill>
              </a:rPr>
              <a:t>Joana Correia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9F22B7-A90A-6055-A198-F9B2FD2D2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826" y="281074"/>
            <a:ext cx="3175724" cy="21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6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DA3B71B-11DA-454C-A820-44726AB49829}"/>
              </a:ext>
            </a:extLst>
          </p:cNvPr>
          <p:cNvSpPr txBox="1"/>
          <p:nvPr/>
        </p:nvSpPr>
        <p:spPr>
          <a:xfrm>
            <a:off x="1217741" y="943449"/>
            <a:ext cx="4878259" cy="1931298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pt-PT" sz="4400" b="1" kern="600" spc="300" dirty="0">
                <a:solidFill>
                  <a:schemeClr val="bg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120 Anos de História: </a:t>
            </a:r>
            <a:r>
              <a:rPr lang="pt-PT" sz="6000" b="1" kern="600" spc="300" dirty="0">
                <a:solidFill>
                  <a:schemeClr val="accent4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olimpíadas</a:t>
            </a:r>
            <a:endParaRPr lang="pt-PT" sz="4400" b="1" kern="600" spc="300" dirty="0">
              <a:solidFill>
                <a:schemeClr val="accent4"/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  <a:p>
            <a:pPr algn="just">
              <a:lnSpc>
                <a:spcPct val="90000"/>
              </a:lnSpc>
            </a:pPr>
            <a:r>
              <a:rPr lang="pt-PT" sz="2800" b="1" kern="600" spc="300" dirty="0">
                <a:solidFill>
                  <a:schemeClr val="accent4">
                    <a:lumMod val="20000"/>
                    <a:lumOff val="80000"/>
                  </a:schemeClr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Atletas e resultados</a:t>
            </a:r>
            <a:endParaRPr lang="en-GB" sz="2800" b="1" kern="600" spc="300" dirty="0">
              <a:solidFill>
                <a:schemeClr val="accent4">
                  <a:lumMod val="20000"/>
                  <a:lumOff val="80000"/>
                </a:schemeClr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103489-02B4-4AD4-A463-2DF2758F7D04}"/>
              </a:ext>
            </a:extLst>
          </p:cNvPr>
          <p:cNvSpPr txBox="1"/>
          <p:nvPr/>
        </p:nvSpPr>
        <p:spPr>
          <a:xfrm>
            <a:off x="685006" y="3456988"/>
            <a:ext cx="5221287" cy="1502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Dataset histórico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inclui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dados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desde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1896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em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Atenas,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até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2016 no Rio de Janeiro. </a:t>
            </a:r>
            <a:b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Análise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dos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jogos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decorridos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nas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épocas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Inverno e </a:t>
            </a:r>
            <a:r>
              <a:rPr lang="en-GB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Verão</a:t>
            </a:r>
            <a:r>
              <a:rPr lang="en-GB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4A6688-EC67-4E71-8A99-90B2063C3CA9}"/>
              </a:ext>
            </a:extLst>
          </p:cNvPr>
          <p:cNvGrpSpPr/>
          <p:nvPr/>
        </p:nvGrpSpPr>
        <p:grpSpPr>
          <a:xfrm>
            <a:off x="3295650" y="6037212"/>
            <a:ext cx="8553448" cy="573138"/>
            <a:chOff x="11483950" y="1882962"/>
            <a:chExt cx="6975759" cy="746547"/>
          </a:xfrm>
        </p:grpSpPr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0E513053-A007-4995-A4A9-D053C5551A38}"/>
                </a:ext>
              </a:extLst>
            </p:cNvPr>
            <p:cNvSpPr/>
            <p:nvPr/>
          </p:nvSpPr>
          <p:spPr>
            <a:xfrm>
              <a:off x="11483950" y="1882962"/>
              <a:ext cx="6975759" cy="746547"/>
            </a:xfrm>
            <a:prstGeom prst="parallelogram">
              <a:avLst>
                <a:gd name="adj" fmla="val 104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A839CB-EB5E-4616-8226-D774CE279E6F}"/>
                </a:ext>
              </a:extLst>
            </p:cNvPr>
            <p:cNvSpPr txBox="1"/>
            <p:nvPr/>
          </p:nvSpPr>
          <p:spPr>
            <a:xfrm>
              <a:off x="11483950" y="2035740"/>
              <a:ext cx="6975759" cy="440987"/>
            </a:xfrm>
            <a:prstGeom prst="rect">
              <a:avLst/>
            </a:prstGeom>
            <a:noFill/>
            <a:effectLst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 b="1" kern="600" spc="-15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Secular One" panose="00000500000000000000" pitchFamily="2" charset="-79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https://www.kaggle.com/datasets/heesoo37/120-years-of-olympic-history-athletes-and-results/data</a:t>
              </a:r>
              <a:endParaRPr lang="id-ID" sz="1600" b="1" kern="600" spc="-150" dirty="0">
                <a:solidFill>
                  <a:schemeClr val="accent4">
                    <a:lumMod val="20000"/>
                    <a:lumOff val="80000"/>
                  </a:schemeClr>
                </a:solidFill>
                <a:cs typeface="Secular One" panose="00000500000000000000" pitchFamily="2" charset="-79"/>
              </a:endParaRPr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0103D4D-CC0F-F5E5-725A-B2655C54DE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D9942-4D4C-3714-D5FA-A96E966C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865" y="1647823"/>
            <a:ext cx="4783820" cy="34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5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8581193-D608-483A-93BC-82929C574DB7}"/>
              </a:ext>
            </a:extLst>
          </p:cNvPr>
          <p:cNvSpPr txBox="1"/>
          <p:nvPr/>
        </p:nvSpPr>
        <p:spPr>
          <a:xfrm>
            <a:off x="4632309" y="1062832"/>
            <a:ext cx="2927404" cy="718658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PT" sz="4400" b="1" kern="600" spc="300" dirty="0">
                <a:solidFill>
                  <a:schemeClr val="accent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STAR </a:t>
            </a:r>
            <a:r>
              <a:rPr lang="en-ID" sz="4400" b="1" kern="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SCHEMA</a:t>
            </a:r>
            <a:endParaRPr lang="en-GB" sz="4400" b="1" kern="600" spc="3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B871EF-CEF3-3139-D6B5-7F8FF1667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" r="3050" b="5202"/>
          <a:stretch>
            <a:fillRect/>
          </a:stretch>
        </p:blipFill>
        <p:spPr>
          <a:xfrm>
            <a:off x="3710796" y="1781490"/>
            <a:ext cx="4760344" cy="49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9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5C5627A4-5261-4341-9ABA-180940241DDA}"/>
              </a:ext>
            </a:extLst>
          </p:cNvPr>
          <p:cNvSpPr txBox="1"/>
          <p:nvPr/>
        </p:nvSpPr>
        <p:spPr>
          <a:xfrm>
            <a:off x="2082801" y="377422"/>
            <a:ext cx="802639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kern="600" spc="300" dirty="0">
                <a:solidFill>
                  <a:schemeClr val="accent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TABELAS </a:t>
            </a:r>
            <a:r>
              <a:rPr lang="en-US" sz="4400" b="1" kern="600" spc="300" dirty="0">
                <a:solidFill>
                  <a:schemeClr val="accent3">
                    <a:lumMod val="50000"/>
                  </a:schemeClr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DIMENSÃO</a:t>
            </a:r>
            <a:endParaRPr lang="en-GB" sz="4400" b="1" kern="600" spc="300" dirty="0">
              <a:solidFill>
                <a:schemeClr val="accent3">
                  <a:lumMod val="50000"/>
                </a:schemeClr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2DACBC6F-D90D-413F-B335-2AB4D1A35D62}"/>
              </a:ext>
            </a:extLst>
          </p:cNvPr>
          <p:cNvSpPr/>
          <p:nvPr/>
        </p:nvSpPr>
        <p:spPr>
          <a:xfrm>
            <a:off x="1440516" y="1621766"/>
            <a:ext cx="4640836" cy="2372513"/>
          </a:xfrm>
          <a:prstGeom prst="parallelogram">
            <a:avLst>
              <a:gd name="adj" fmla="val 1049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300EB-AB05-4D35-9949-339B22561A8C}"/>
              </a:ext>
            </a:extLst>
          </p:cNvPr>
          <p:cNvSpPr txBox="1"/>
          <p:nvPr/>
        </p:nvSpPr>
        <p:spPr>
          <a:xfrm>
            <a:off x="2195106" y="1807207"/>
            <a:ext cx="1721286" cy="480131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b="1" kern="600" spc="-150" dirty="0">
                <a:solidFill>
                  <a:schemeClr val="bg1"/>
                </a:solidFill>
                <a:cs typeface="Secular One" panose="00000500000000000000" pitchFamily="2" charset="-79"/>
              </a:rPr>
              <a:t>ATLETA</a:t>
            </a:r>
            <a:endParaRPr lang="id-ID" b="1" kern="600" spc="-150" dirty="0">
              <a:solidFill>
                <a:schemeClr val="bg1"/>
              </a:solidFill>
              <a:cs typeface="Secular One" panose="00000500000000000000" pitchFamily="2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0EEC4A-5156-438E-8685-99DBBF53B25C}"/>
              </a:ext>
            </a:extLst>
          </p:cNvPr>
          <p:cNvSpPr txBox="1"/>
          <p:nvPr/>
        </p:nvSpPr>
        <p:spPr>
          <a:xfrm>
            <a:off x="3070659" y="2211465"/>
            <a:ext cx="287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Atributos dos </a:t>
            </a:r>
            <a:r>
              <a:rPr lang="en-GB" sz="16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Participantes</a:t>
            </a:r>
            <a:endParaRPr lang="en-GB" sz="16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ECC4DA7-2CE2-4B7E-87C7-B4B3762CE1AA}"/>
              </a:ext>
            </a:extLst>
          </p:cNvPr>
          <p:cNvSpPr/>
          <p:nvPr/>
        </p:nvSpPr>
        <p:spPr>
          <a:xfrm>
            <a:off x="1335711" y="4170618"/>
            <a:ext cx="4640837" cy="2372513"/>
          </a:xfrm>
          <a:prstGeom prst="parallelogram">
            <a:avLst>
              <a:gd name="adj" fmla="val 1049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5C4343-7410-4865-B7D3-D9CBC8DF1BD2}"/>
              </a:ext>
            </a:extLst>
          </p:cNvPr>
          <p:cNvSpPr txBox="1"/>
          <p:nvPr/>
        </p:nvSpPr>
        <p:spPr>
          <a:xfrm>
            <a:off x="2082801" y="4259963"/>
            <a:ext cx="2321282" cy="480131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b="1" kern="600" spc="-150" dirty="0">
                <a:solidFill>
                  <a:schemeClr val="bg1"/>
                </a:solidFill>
                <a:cs typeface="Secular One" panose="00000500000000000000" pitchFamily="2" charset="-79"/>
              </a:rPr>
              <a:t>OLIMPIADAS</a:t>
            </a:r>
            <a:endParaRPr lang="id-ID" b="1" kern="600" spc="-150" dirty="0">
              <a:solidFill>
                <a:schemeClr val="bg1"/>
              </a:solidFill>
              <a:cs typeface="Secular One" panose="00000500000000000000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2FF8E-DF6F-4094-BB8C-7DDAF8A12A42}"/>
              </a:ext>
            </a:extLst>
          </p:cNvPr>
          <p:cNvSpPr txBox="1"/>
          <p:nvPr/>
        </p:nvSpPr>
        <p:spPr>
          <a:xfrm>
            <a:off x="3663426" y="4681907"/>
            <a:ext cx="287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Eventos Desportivos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E3C4EF55-E8CD-4733-BAEE-3F7B01AC1F5B}"/>
              </a:ext>
            </a:extLst>
          </p:cNvPr>
          <p:cNvSpPr/>
          <p:nvPr/>
        </p:nvSpPr>
        <p:spPr>
          <a:xfrm>
            <a:off x="6659767" y="1621766"/>
            <a:ext cx="4640837" cy="2372513"/>
          </a:xfrm>
          <a:prstGeom prst="parallelogram">
            <a:avLst>
              <a:gd name="adj" fmla="val 1049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14DDBC-D29B-41D6-A4A4-52D2F09DE567}"/>
              </a:ext>
            </a:extLst>
          </p:cNvPr>
          <p:cNvSpPr txBox="1"/>
          <p:nvPr/>
        </p:nvSpPr>
        <p:spPr>
          <a:xfrm>
            <a:off x="7302882" y="1815960"/>
            <a:ext cx="2694012" cy="480131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b="1" kern="600" spc="-150" dirty="0">
                <a:solidFill>
                  <a:schemeClr val="bg1"/>
                </a:solidFill>
                <a:cs typeface="Secular One" panose="00000500000000000000" pitchFamily="2" charset="-79"/>
              </a:rPr>
              <a:t>MODALIDADES</a:t>
            </a:r>
            <a:endParaRPr lang="id-ID" sz="1600" b="1" kern="600" spc="-150" dirty="0">
              <a:solidFill>
                <a:schemeClr val="bg1"/>
              </a:solidFill>
              <a:cs typeface="Secular One" panose="00000500000000000000" pitchFamily="2" charset="-79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CBD52A-7D36-45D1-A800-6898D3162FE8}"/>
              </a:ext>
            </a:extLst>
          </p:cNvPr>
          <p:cNvSpPr txBox="1"/>
          <p:nvPr/>
        </p:nvSpPr>
        <p:spPr>
          <a:xfrm>
            <a:off x="8816815" y="2209501"/>
            <a:ext cx="287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Diferentes</a:t>
            </a:r>
            <a:r>
              <a:rPr lang="en-GB" sz="16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Desportos</a:t>
            </a:r>
            <a:endParaRPr lang="en-GB" sz="16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11576D3E-2DC3-4EAE-833F-F93D7DD2856D}"/>
              </a:ext>
            </a:extLst>
          </p:cNvPr>
          <p:cNvSpPr/>
          <p:nvPr/>
        </p:nvSpPr>
        <p:spPr>
          <a:xfrm>
            <a:off x="6514609" y="4108065"/>
            <a:ext cx="4640837" cy="2372513"/>
          </a:xfrm>
          <a:prstGeom prst="parallelogram">
            <a:avLst>
              <a:gd name="adj" fmla="val 1049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1E3645-8105-4F79-9E09-C9FF8CC2ADD5}"/>
              </a:ext>
            </a:extLst>
          </p:cNvPr>
          <p:cNvSpPr txBox="1"/>
          <p:nvPr/>
        </p:nvSpPr>
        <p:spPr>
          <a:xfrm>
            <a:off x="7250166" y="4259963"/>
            <a:ext cx="1339120" cy="480131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pt-PT" sz="2800" b="1" kern="600" spc="-150" dirty="0">
                <a:solidFill>
                  <a:schemeClr val="bg1"/>
                </a:solidFill>
                <a:cs typeface="Secular One" panose="00000500000000000000" pitchFamily="2" charset="-79"/>
              </a:rPr>
              <a:t>NOC </a:t>
            </a:r>
            <a:endParaRPr lang="id-ID" sz="2800" b="1" kern="600" spc="-150" dirty="0">
              <a:solidFill>
                <a:schemeClr val="bg1"/>
              </a:solidFill>
              <a:cs typeface="Secular One" panose="00000500000000000000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2B8DDF-808D-452B-9EBE-848B1DBFE7EF}"/>
              </a:ext>
            </a:extLst>
          </p:cNvPr>
          <p:cNvSpPr txBox="1"/>
          <p:nvPr/>
        </p:nvSpPr>
        <p:spPr>
          <a:xfrm>
            <a:off x="8589286" y="4623991"/>
            <a:ext cx="287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Comités</a:t>
            </a:r>
            <a:r>
              <a:rPr lang="en-GB" sz="16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Nacionais</a:t>
            </a:r>
            <a:endParaRPr lang="en-GB" sz="16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52BA43E-045D-C78A-2D29-F898C726DC98}"/>
              </a:ext>
            </a:extLst>
          </p:cNvPr>
          <p:cNvGrpSpPr/>
          <p:nvPr/>
        </p:nvGrpSpPr>
        <p:grpSpPr>
          <a:xfrm>
            <a:off x="781062" y="4567574"/>
            <a:ext cx="1027430" cy="1578602"/>
            <a:chOff x="781062" y="4567574"/>
            <a:chExt cx="1027430" cy="1578602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931C8E3D-FE10-4459-9622-9E49BE20FC7B}"/>
                </a:ext>
              </a:extLst>
            </p:cNvPr>
            <p:cNvSpPr/>
            <p:nvPr/>
          </p:nvSpPr>
          <p:spPr>
            <a:xfrm>
              <a:off x="781062" y="4567574"/>
              <a:ext cx="1027430" cy="1578602"/>
            </a:xfrm>
            <a:prstGeom prst="parallelogram">
              <a:avLst>
                <a:gd name="adj" fmla="val 104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7" name="Graphic 16" descr="Medal outline">
              <a:extLst>
                <a:ext uri="{FF2B5EF4-FFF2-40B4-BE49-F238E27FC236}">
                  <a16:creationId xmlns:a16="http://schemas.microsoft.com/office/drawing/2014/main" id="{C34ECB80-6CFC-81A5-8E81-E0B2604D6F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59064" y="5002569"/>
              <a:ext cx="888013" cy="888013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E504EE-0CA9-EA2C-6013-53114FDD96D3}"/>
              </a:ext>
            </a:extLst>
          </p:cNvPr>
          <p:cNvGrpSpPr/>
          <p:nvPr/>
        </p:nvGrpSpPr>
        <p:grpSpPr>
          <a:xfrm>
            <a:off x="6023126" y="4451927"/>
            <a:ext cx="1027430" cy="1578602"/>
            <a:chOff x="6023126" y="4451927"/>
            <a:chExt cx="1027430" cy="1578602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DE5EE8C2-D99C-4430-9F18-259EA16371DE}"/>
                </a:ext>
              </a:extLst>
            </p:cNvPr>
            <p:cNvSpPr/>
            <p:nvPr/>
          </p:nvSpPr>
          <p:spPr>
            <a:xfrm>
              <a:off x="6023126" y="4451927"/>
              <a:ext cx="1027430" cy="1578602"/>
            </a:xfrm>
            <a:prstGeom prst="parallelogram">
              <a:avLst>
                <a:gd name="adj" fmla="val 104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8" name="Graphic 37" descr="Ribbon outline">
              <a:extLst>
                <a:ext uri="{FF2B5EF4-FFF2-40B4-BE49-F238E27FC236}">
                  <a16:creationId xmlns:a16="http://schemas.microsoft.com/office/drawing/2014/main" id="{70549FF9-3FFB-1741-AC5E-57267D8EBE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81352" y="4851184"/>
              <a:ext cx="888875" cy="888875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47A918-2AA0-5776-9A41-C54D9EF470AC}"/>
              </a:ext>
            </a:extLst>
          </p:cNvPr>
          <p:cNvGrpSpPr/>
          <p:nvPr/>
        </p:nvGrpSpPr>
        <p:grpSpPr>
          <a:xfrm>
            <a:off x="6146052" y="1925794"/>
            <a:ext cx="1027430" cy="1578602"/>
            <a:chOff x="6146052" y="1925794"/>
            <a:chExt cx="1027430" cy="1578602"/>
          </a:xfrm>
        </p:grpSpPr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FBAF2B6A-9317-47D3-93A0-35E2078ED96E}"/>
                </a:ext>
              </a:extLst>
            </p:cNvPr>
            <p:cNvSpPr/>
            <p:nvPr/>
          </p:nvSpPr>
          <p:spPr>
            <a:xfrm>
              <a:off x="6146052" y="1925794"/>
              <a:ext cx="1027430" cy="1578602"/>
            </a:xfrm>
            <a:prstGeom prst="parallelogram">
              <a:avLst>
                <a:gd name="adj" fmla="val 104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40" name="Graphic 39" descr="Climbing outline">
              <a:extLst>
                <a:ext uri="{FF2B5EF4-FFF2-40B4-BE49-F238E27FC236}">
                  <a16:creationId xmlns:a16="http://schemas.microsoft.com/office/drawing/2014/main" id="{A86186AB-0E08-9698-94AF-0D94AEDE5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96542" y="2325693"/>
              <a:ext cx="726449" cy="72644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173DDD9-A3D8-DC59-B1AC-1691AE4E86B9}"/>
              </a:ext>
            </a:extLst>
          </p:cNvPr>
          <p:cNvGrpSpPr/>
          <p:nvPr/>
        </p:nvGrpSpPr>
        <p:grpSpPr>
          <a:xfrm>
            <a:off x="842039" y="2056026"/>
            <a:ext cx="1027430" cy="1578602"/>
            <a:chOff x="842039" y="2056026"/>
            <a:chExt cx="1027430" cy="1578602"/>
          </a:xfrm>
        </p:grpSpPr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6842275B-3BB3-46B6-996D-7119BD72AA75}"/>
                </a:ext>
              </a:extLst>
            </p:cNvPr>
            <p:cNvSpPr/>
            <p:nvPr/>
          </p:nvSpPr>
          <p:spPr>
            <a:xfrm>
              <a:off x="842039" y="2056026"/>
              <a:ext cx="1027430" cy="1578602"/>
            </a:xfrm>
            <a:prstGeom prst="parallelogram">
              <a:avLst>
                <a:gd name="adj" fmla="val 104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9" name="Graphic 58" descr="Run outline">
              <a:extLst>
                <a:ext uri="{FF2B5EF4-FFF2-40B4-BE49-F238E27FC236}">
                  <a16:creationId xmlns:a16="http://schemas.microsoft.com/office/drawing/2014/main" id="{63B9C08E-21BC-03AB-2CB8-FF2DEF757C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3314" y="2476907"/>
              <a:ext cx="830242" cy="830242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9935600-3886-D96E-E9A5-03C7F756FC1C}"/>
              </a:ext>
            </a:extLst>
          </p:cNvPr>
          <p:cNvSpPr txBox="1"/>
          <p:nvPr/>
        </p:nvSpPr>
        <p:spPr>
          <a:xfrm>
            <a:off x="2195106" y="2830338"/>
            <a:ext cx="322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ID Atleta, Nome, Género, Idade, Atura, Peso, Equipa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391463-4C29-2254-B1F4-E12FDB6D5481}"/>
              </a:ext>
            </a:extLst>
          </p:cNvPr>
          <p:cNvSpPr txBox="1"/>
          <p:nvPr/>
        </p:nvSpPr>
        <p:spPr>
          <a:xfrm>
            <a:off x="7525932" y="2828558"/>
            <a:ext cx="322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ID Modalidade, Modalidade, </a:t>
            </a:r>
            <a:r>
              <a:rPr lang="pt-PT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Sub-modalidade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1D95AE-DF2F-EA40-877B-4B557A976472}"/>
              </a:ext>
            </a:extLst>
          </p:cNvPr>
          <p:cNvSpPr txBox="1"/>
          <p:nvPr/>
        </p:nvSpPr>
        <p:spPr>
          <a:xfrm>
            <a:off x="2149836" y="5255939"/>
            <a:ext cx="322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Jogos, Ano, Temporada, Cidade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593CCA-FA93-AC3E-5A1E-EA8650FC4E6D}"/>
              </a:ext>
            </a:extLst>
          </p:cNvPr>
          <p:cNvSpPr txBox="1"/>
          <p:nvPr/>
        </p:nvSpPr>
        <p:spPr>
          <a:xfrm>
            <a:off x="7369087" y="5255805"/>
            <a:ext cx="322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NOC, Região, Notas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30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C036E-C4DD-4586-95C4-B2804D3F4775}"/>
              </a:ext>
            </a:extLst>
          </p:cNvPr>
          <p:cNvSpPr txBox="1"/>
          <p:nvPr/>
        </p:nvSpPr>
        <p:spPr>
          <a:xfrm>
            <a:off x="4447968" y="1062832"/>
            <a:ext cx="3296095" cy="718658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PT" sz="4400" b="1" kern="600" spc="300" dirty="0">
                <a:solidFill>
                  <a:schemeClr val="accent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TABELA </a:t>
            </a:r>
            <a:r>
              <a:rPr lang="pt-PT" sz="4400" b="1" kern="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FACTOS</a:t>
            </a:r>
            <a:endParaRPr lang="en-GB" sz="4400" b="1" kern="600" spc="3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62B94B-CF1A-4861-A500-42CC9A6F5E9D}"/>
              </a:ext>
            </a:extLst>
          </p:cNvPr>
          <p:cNvSpPr txBox="1"/>
          <p:nvPr/>
        </p:nvSpPr>
        <p:spPr>
          <a:xfrm>
            <a:off x="885923" y="2900995"/>
            <a:ext cx="3122971" cy="480131"/>
          </a:xfrm>
          <a:prstGeom prst="rect">
            <a:avLst/>
          </a:prstGeom>
          <a:noFill/>
          <a:effectLst/>
        </p:spPr>
        <p:txBody>
          <a:bodyPr wrap="non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b="1" kern="600" spc="-150" dirty="0">
                <a:solidFill>
                  <a:schemeClr val="bg1"/>
                </a:solidFill>
                <a:cs typeface="Secular One" panose="00000500000000000000" pitchFamily="2" charset="-79"/>
              </a:rPr>
              <a:t>FACT </a:t>
            </a:r>
            <a:r>
              <a:rPr lang="en-GB" sz="2800" b="1" kern="600" spc="-150" dirty="0" err="1">
                <a:solidFill>
                  <a:schemeClr val="bg1"/>
                </a:solidFill>
                <a:cs typeface="Secular One" panose="00000500000000000000" pitchFamily="2" charset="-79"/>
              </a:rPr>
              <a:t>OLIMPíADAS</a:t>
            </a:r>
            <a:endParaRPr lang="id-ID" sz="2800" b="1" kern="600" spc="-150" dirty="0">
              <a:solidFill>
                <a:schemeClr val="bg1"/>
              </a:solidFill>
              <a:cs typeface="Secular One" panose="00000500000000000000" pitchFamily="2" charset="-79"/>
            </a:endParaRPr>
          </a:p>
        </p:txBody>
      </p:sp>
      <p:pic>
        <p:nvPicPr>
          <p:cNvPr id="48" name="Graphic 47" descr="Clipboard Badge with solid fill">
            <a:extLst>
              <a:ext uri="{FF2B5EF4-FFF2-40B4-BE49-F238E27FC236}">
                <a16:creationId xmlns:a16="http://schemas.microsoft.com/office/drawing/2014/main" id="{B29C47E5-49F5-A5E4-2338-07CA4CC61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90" y="3607364"/>
            <a:ext cx="914400" cy="9144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C69A027-8EA2-52B3-B726-EC679D557761}"/>
              </a:ext>
            </a:extLst>
          </p:cNvPr>
          <p:cNvSpPr txBox="1"/>
          <p:nvPr/>
        </p:nvSpPr>
        <p:spPr>
          <a:xfrm>
            <a:off x="2416483" y="3438087"/>
            <a:ext cx="2873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Participantes e Medalhados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CD6826-AC1F-563D-3461-96012653BA20}"/>
              </a:ext>
            </a:extLst>
          </p:cNvPr>
          <p:cNvSpPr txBox="1"/>
          <p:nvPr/>
        </p:nvSpPr>
        <p:spPr>
          <a:xfrm>
            <a:off x="1066102" y="4338889"/>
            <a:ext cx="322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>
                <a:solidFill>
                  <a:schemeClr val="accent4">
                    <a:lumMod val="40000"/>
                    <a:lumOff val="60000"/>
                  </a:schemeClr>
                </a:solidFill>
              </a:rPr>
              <a:t>ID_Atleta</a:t>
            </a:r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NOC, Games, </a:t>
            </a:r>
            <a:r>
              <a:rPr lang="pt-PT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ID_mod</a:t>
            </a:r>
            <a:r>
              <a:rPr lang="pt-PT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Medal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43A959-7C6F-C5B8-16E1-030D8E4BD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187" y="2153964"/>
            <a:ext cx="6575033" cy="340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4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8CDD25-E3A7-6870-AF82-4DA6FD0117F4}"/>
              </a:ext>
            </a:extLst>
          </p:cNvPr>
          <p:cNvSpPr/>
          <p:nvPr/>
        </p:nvSpPr>
        <p:spPr>
          <a:xfrm>
            <a:off x="0" y="-1"/>
            <a:ext cx="12192000" cy="55890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937C2-1ED1-4598-B243-92AF99BCEF13}"/>
              </a:ext>
            </a:extLst>
          </p:cNvPr>
          <p:cNvSpPr txBox="1"/>
          <p:nvPr/>
        </p:nvSpPr>
        <p:spPr>
          <a:xfrm>
            <a:off x="1073833" y="5728805"/>
            <a:ext cx="10044333" cy="718658"/>
          </a:xfrm>
          <a:prstGeom prst="rect">
            <a:avLst/>
          </a:prstGeom>
          <a:noFill/>
          <a:effectLst/>
        </p:spPr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D" sz="4400" b="1" kern="600" spc="300" dirty="0">
                <a:solidFill>
                  <a:schemeClr val="accent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ESQUEMA </a:t>
            </a:r>
            <a:r>
              <a:rPr lang="en-ID" sz="4400" b="1" kern="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PROJETO</a:t>
            </a:r>
            <a:endParaRPr lang="en-GB" sz="4400" b="1" kern="600" spc="300" dirty="0">
              <a:solidFill>
                <a:schemeClr val="accent1"/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4EFE41-AD2C-3EE9-0A54-5CE914599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91"/>
          <a:stretch>
            <a:fillRect/>
          </a:stretch>
        </p:blipFill>
        <p:spPr>
          <a:xfrm>
            <a:off x="3472474" y="410537"/>
            <a:ext cx="5247050" cy="475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5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2A35F9-2A25-32BC-09DF-A0830CB41068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  <a:alpha val="86083"/>
                </a:schemeClr>
              </a:gs>
              <a:gs pos="29000">
                <a:schemeClr val="tx1">
                  <a:lumMod val="65000"/>
                  <a:lumOff val="35000"/>
                  <a:alpha val="90000"/>
                </a:schemeClr>
              </a:gs>
              <a:gs pos="8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F47814-CEAE-D55E-E14A-A8028ECB1E26}"/>
              </a:ext>
            </a:extLst>
          </p:cNvPr>
          <p:cNvGrpSpPr/>
          <p:nvPr/>
        </p:nvGrpSpPr>
        <p:grpSpPr>
          <a:xfrm>
            <a:off x="2646830" y="2755491"/>
            <a:ext cx="6898339" cy="2485001"/>
            <a:chOff x="2326480" y="2567547"/>
            <a:chExt cx="6898339" cy="24850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15DBA9-CE1C-9315-BFE5-E8E1999CFC9E}"/>
                </a:ext>
              </a:extLst>
            </p:cNvPr>
            <p:cNvSpPr txBox="1"/>
            <p:nvPr/>
          </p:nvSpPr>
          <p:spPr>
            <a:xfrm>
              <a:off x="2326480" y="2567547"/>
              <a:ext cx="6898339" cy="1458861"/>
            </a:xfrm>
            <a:prstGeom prst="rect">
              <a:avLst/>
            </a:prstGeom>
            <a:noFill/>
            <a:effectLst/>
          </p:spPr>
          <p:txBody>
            <a:bodyPr wrap="square" rtlCol="0" anchor="b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ID" sz="9600" b="1" spc="300" dirty="0">
                  <a:solidFill>
                    <a:schemeClr val="accent3"/>
                  </a:solidFill>
                  <a:latin typeface="Bebas Neue" panose="020B0606020202050201" pitchFamily="34" charset="0"/>
                </a:rPr>
                <a:t>QUESTÕES</a:t>
              </a:r>
              <a:endParaRPr lang="en-GB" sz="23900" b="1" i="1" kern="600" spc="300" dirty="0">
                <a:solidFill>
                  <a:schemeClr val="accent3"/>
                </a:solidFill>
                <a:latin typeface="Bebas Neue" panose="020B0606020202050201" pitchFamily="34" charset="0"/>
                <a:cs typeface="Secular One" panose="00000500000000000000" pitchFamily="2" charset="-79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5117482-2CFD-64D4-B353-1531DC31E046}"/>
                </a:ext>
              </a:extLst>
            </p:cNvPr>
            <p:cNvCxnSpPr>
              <a:cxnSpLocks/>
            </p:cNvCxnSpPr>
            <p:nvPr/>
          </p:nvCxnSpPr>
          <p:spPr>
            <a:xfrm>
              <a:off x="7144871" y="5052548"/>
              <a:ext cx="97155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699F9C3E-E742-9246-8C06-4E0D3C23B07D}"/>
              </a:ext>
            </a:extLst>
          </p:cNvPr>
          <p:cNvSpPr/>
          <p:nvPr/>
        </p:nvSpPr>
        <p:spPr>
          <a:xfrm rot="5400000" flipH="1">
            <a:off x="3527000" y="338339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80D19C9-B22F-E8E2-6028-0C71A4FC95F3}"/>
              </a:ext>
            </a:extLst>
          </p:cNvPr>
          <p:cNvSpPr/>
          <p:nvPr/>
        </p:nvSpPr>
        <p:spPr>
          <a:xfrm rot="5400000" flipH="1">
            <a:off x="819368" y="2309995"/>
            <a:ext cx="45720" cy="168445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47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81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D587-36E3-4450-82F2-EA89B95C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35E3449-304C-91DA-93A8-D11C0A8FCCE1}"/>
              </a:ext>
            </a:extLst>
          </p:cNvPr>
          <p:cNvSpPr/>
          <p:nvPr/>
        </p:nvSpPr>
        <p:spPr>
          <a:xfrm>
            <a:off x="5172558" y="2080092"/>
            <a:ext cx="6115757" cy="3429000"/>
          </a:xfrm>
          <a:custGeom>
            <a:avLst/>
            <a:gdLst>
              <a:gd name="csX0" fmla="*/ 0 w 6115757"/>
              <a:gd name="csY0" fmla="*/ 0 h 3429000"/>
              <a:gd name="csX1" fmla="*/ 6115757 w 6115757"/>
              <a:gd name="csY1" fmla="*/ 0 h 3429000"/>
              <a:gd name="csX2" fmla="*/ 6115757 w 6115757"/>
              <a:gd name="csY2" fmla="*/ 3429000 h 3429000"/>
              <a:gd name="csX3" fmla="*/ 0 w 6115757"/>
              <a:gd name="csY3" fmla="*/ 3429000 h 3429000"/>
              <a:gd name="csX4" fmla="*/ 0 w 6115757"/>
              <a:gd name="csY4" fmla="*/ 0 h 3429000"/>
              <a:gd name="csX0" fmla="*/ 762000 w 6115757"/>
              <a:gd name="csY0" fmla="*/ 0 h 3429000"/>
              <a:gd name="csX1" fmla="*/ 6115757 w 6115757"/>
              <a:gd name="csY1" fmla="*/ 0 h 3429000"/>
              <a:gd name="csX2" fmla="*/ 6115757 w 6115757"/>
              <a:gd name="csY2" fmla="*/ 3429000 h 3429000"/>
              <a:gd name="csX3" fmla="*/ 0 w 6115757"/>
              <a:gd name="csY3" fmla="*/ 3429000 h 3429000"/>
              <a:gd name="csX4" fmla="*/ 762000 w 6115757"/>
              <a:gd name="csY4" fmla="*/ 0 h 3429000"/>
              <a:gd name="csX0" fmla="*/ 359229 w 6115757"/>
              <a:gd name="csY0" fmla="*/ 32657 h 3429000"/>
              <a:gd name="csX1" fmla="*/ 6115757 w 6115757"/>
              <a:gd name="csY1" fmla="*/ 0 h 3429000"/>
              <a:gd name="csX2" fmla="*/ 6115757 w 6115757"/>
              <a:gd name="csY2" fmla="*/ 3429000 h 3429000"/>
              <a:gd name="csX3" fmla="*/ 0 w 6115757"/>
              <a:gd name="csY3" fmla="*/ 3429000 h 3429000"/>
              <a:gd name="csX4" fmla="*/ 359229 w 6115757"/>
              <a:gd name="csY4" fmla="*/ 32657 h 3429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15757" h="3429000">
                <a:moveTo>
                  <a:pt x="359229" y="32657"/>
                </a:moveTo>
                <a:lnTo>
                  <a:pt x="6115757" y="0"/>
                </a:lnTo>
                <a:lnTo>
                  <a:pt x="6115757" y="3429000"/>
                </a:lnTo>
                <a:lnTo>
                  <a:pt x="0" y="3429000"/>
                </a:lnTo>
                <a:lnTo>
                  <a:pt x="359229" y="32657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C1A6F-816E-416C-391A-362B373E593B}"/>
              </a:ext>
            </a:extLst>
          </p:cNvPr>
          <p:cNvSpPr txBox="1"/>
          <p:nvPr/>
        </p:nvSpPr>
        <p:spPr>
          <a:xfrm>
            <a:off x="5007418" y="1062832"/>
            <a:ext cx="2177199" cy="718658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PT" sz="4400" b="1" kern="600" spc="300" dirty="0">
                <a:solidFill>
                  <a:schemeClr val="accent1"/>
                </a:solidFill>
                <a:latin typeface="Bebas Neue" panose="020B0606020202050201" pitchFamily="34" charset="0"/>
                <a:cs typeface="Secular One" panose="00000500000000000000" pitchFamily="2" charset="-79"/>
              </a:rPr>
              <a:t>Questões</a:t>
            </a:r>
            <a:endParaRPr lang="en-GB" sz="4400" b="1" kern="600" spc="30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  <a:cs typeface="Secular One" panose="00000500000000000000" pitchFamily="2" charset="-79"/>
            </a:endParaRPr>
          </a:p>
        </p:txBody>
      </p:sp>
      <p:pic>
        <p:nvPicPr>
          <p:cNvPr id="48" name="Graphic 47" descr="Clipboard Badge with solid fill">
            <a:extLst>
              <a:ext uri="{FF2B5EF4-FFF2-40B4-BE49-F238E27FC236}">
                <a16:creationId xmlns:a16="http://schemas.microsoft.com/office/drawing/2014/main" id="{AC042077-51C1-4616-260E-50305C436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90" y="3607364"/>
            <a:ext cx="914400" cy="9144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77467F3-5715-D477-0D61-87127346FAB8}"/>
              </a:ext>
            </a:extLst>
          </p:cNvPr>
          <p:cNvSpPr txBox="1"/>
          <p:nvPr/>
        </p:nvSpPr>
        <p:spPr>
          <a:xfrm>
            <a:off x="5558286" y="2824026"/>
            <a:ext cx="563513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validações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está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processo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a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realizar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Como é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lidaram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com as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linhas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apresentaram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problemas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Quantas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tarefas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fomos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capazes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desenhar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em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paralelo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É 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processo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capaz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corer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mais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10.000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linhas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e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menos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1.000.000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linhas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em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menos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10 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minutos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GB" sz="16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51">
            <a:extLst>
              <a:ext uri="{FF2B5EF4-FFF2-40B4-BE49-F238E27FC236}">
                <a16:creationId xmlns:a16="http://schemas.microsoft.com/office/drawing/2014/main" id="{A01A1917-8E9A-B04C-CC31-BE3417B3D9D8}"/>
              </a:ext>
            </a:extLst>
          </p:cNvPr>
          <p:cNvSpPr txBox="1"/>
          <p:nvPr/>
        </p:nvSpPr>
        <p:spPr>
          <a:xfrm>
            <a:off x="797292" y="2824026"/>
            <a:ext cx="437526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Quantas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fontes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dados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possui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projeto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modelo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dados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escolhemos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para a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nossa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data warehouse?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informação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está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a ser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gravada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cada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vez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processo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corre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é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acontece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aos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dados se o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processo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corer duas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vezes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com as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mesmas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fontes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endParaRPr lang="en-GB" sz="1400" dirty="0">
              <a:solidFill>
                <a:schemeClr val="bg1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Que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modelo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de dados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escolhemos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para a </a:t>
            </a:r>
            <a:r>
              <a:rPr lang="en-GB" sz="1400" dirty="0" err="1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nossa</a:t>
            </a:r>
            <a:r>
              <a:rPr lang="en-GB" sz="1400" dirty="0">
                <a:solidFill>
                  <a:schemeClr val="bg1"/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 data warehouse?</a:t>
            </a:r>
          </a:p>
        </p:txBody>
      </p:sp>
    </p:spTree>
    <p:extLst>
      <p:ext uri="{BB962C8B-B14F-4D97-AF65-F5344CB8AC3E}">
        <p14:creationId xmlns:p14="http://schemas.microsoft.com/office/powerpoint/2010/main" val="50056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inf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64653"/>
      </a:accent1>
      <a:accent2>
        <a:srgbClr val="2A9D8F"/>
      </a:accent2>
      <a:accent3>
        <a:srgbClr val="E9C46A"/>
      </a:accent3>
      <a:accent4>
        <a:srgbClr val="CDA052"/>
      </a:accent4>
      <a:accent5>
        <a:srgbClr val="F4A261"/>
      </a:accent5>
      <a:accent6>
        <a:srgbClr val="E76F51"/>
      </a:accent6>
      <a:hlink>
        <a:srgbClr val="0563C1"/>
      </a:hlink>
      <a:folHlink>
        <a:srgbClr val="954F72"/>
      </a:folHlink>
    </a:clrScheme>
    <a:fontScheme name="Custom 3">
      <a:majorFont>
        <a:latin typeface="Bebas Neue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F9CCADE231F14EB3B39C95A72DDBE1" ma:contentTypeVersion="3" ma:contentTypeDescription="Criar um novo documento." ma:contentTypeScope="" ma:versionID="dd69307c67d5abe0025e9c6b30452191">
  <xsd:schema xmlns:xsd="http://www.w3.org/2001/XMLSchema" xmlns:xs="http://www.w3.org/2001/XMLSchema" xmlns:p="http://schemas.microsoft.com/office/2006/metadata/properties" xmlns:ns2="13c1061d-49f9-4a7c-be1f-2586fa8528fa" targetNamespace="http://schemas.microsoft.com/office/2006/metadata/properties" ma:root="true" ma:fieldsID="264c125c02d2dfc448e8ea7e2f5f219e" ns2:_="">
    <xsd:import namespace="13c1061d-49f9-4a7c-be1f-2586fa8528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1061d-49f9-4a7c-be1f-2586fa852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81389-A2EA-47D7-8187-DF7E467122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DE8F4F-1BE6-4FA8-9DFC-9D19574D3F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C520A7E-22ED-4C6E-ABFF-6B5889F368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c1061d-49f9-4a7c-be1f-2586fa852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257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Bebas Neue</vt:lpstr>
      <vt:lpstr>Open Sans</vt:lpstr>
      <vt:lpstr>Open Sans ExtraBold</vt:lpstr>
      <vt:lpstr>Open Sans Light</vt:lpstr>
      <vt:lpstr>Secular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dinimlg093@gmail.com</dc:creator>
  <cp:lastModifiedBy>Joana Raquel Correia</cp:lastModifiedBy>
  <cp:revision>29</cp:revision>
  <dcterms:created xsi:type="dcterms:W3CDTF">2023-08-30T12:41:48Z</dcterms:created>
  <dcterms:modified xsi:type="dcterms:W3CDTF">2026-05-04T21:25:11Z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0x010100A5F9CCADE231F14EB3B39C95A72DDBE1</vt:lpwstr>
  </property>
</Properties>
</file>